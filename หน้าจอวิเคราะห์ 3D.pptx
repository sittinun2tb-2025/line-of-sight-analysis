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4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82685-BF2E-2105-F9D0-D99FFDAB6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74944"/>
            <a:ext cx="11769753" cy="563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1EC83A-AF69-8DCF-AF20-965CC4083742}"/>
              </a:ext>
            </a:extLst>
          </p:cNvPr>
          <p:cNvSpPr txBox="1"/>
          <p:nvPr/>
        </p:nvSpPr>
        <p:spPr>
          <a:xfrm>
            <a:off x="276225" y="176540"/>
            <a:ext cx="3316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การวิเคราะห์ลม (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Wind Rose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22FBFB-3997-8656-96BF-598DAE9027D5}"/>
              </a:ext>
            </a:extLst>
          </p:cNvPr>
          <p:cNvSpPr/>
          <p:nvPr/>
        </p:nvSpPr>
        <p:spPr>
          <a:xfrm>
            <a:off x="9163050" y="874944"/>
            <a:ext cx="2882928" cy="7824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62A7D8-3D5E-967C-9FD3-72EA7A3DA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018" y="1767760"/>
            <a:ext cx="5227682" cy="363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1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EA2D-F5D9-8426-EB2E-B31B05AD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0BB6D8-C95A-3F37-5B8C-C532F5FE1E64}"/>
              </a:ext>
            </a:extLst>
          </p:cNvPr>
          <p:cNvSpPr txBox="1"/>
          <p:nvPr/>
        </p:nvSpPr>
        <p:spPr>
          <a:xfrm>
            <a:off x="7379464" y="751344"/>
            <a:ext cx="495360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แบบที่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โครงการก่อสร้างอาคารและสิ่งปลูกสร้าง</a:t>
            </a: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วาด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Polygon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บนแผนที่</a:t>
            </a: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คำนวณ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Centroid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</a:p>
          <a:p>
            <a:pPr marL="285750" indent="-285750">
              <a:buAutoNum type="arabicParenR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ระบุความสูงอาคาร</a:t>
            </a:r>
            <a:r>
              <a:rPr lang="en-US" sz="2800" b="1">
                <a:latin typeface="TH SarabunPSK" panose="020B0500040200020003" pitchFamily="34" charset="-34"/>
                <a:cs typeface="TH SarabunPSK" panose="020B0500040200020003" pitchFamily="34" charset="-34"/>
              </a:rPr>
              <a:t> (m.)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Extrude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กดวิเคราะห์เงา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CA56A-C98C-AAA3-5ADB-224234B6DEA6}"/>
              </a:ext>
            </a:extLst>
          </p:cNvPr>
          <p:cNvSpPr txBox="1"/>
          <p:nvPr/>
        </p:nvSpPr>
        <p:spPr>
          <a:xfrm>
            <a:off x="219075" y="176540"/>
            <a:ext cx="4831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การวิเคราะห์เงา (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Shadow 3D Visualization)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148F0-2379-07C6-3F97-3437DAF0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751344"/>
            <a:ext cx="6935497" cy="397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2FBD-817C-87B4-103A-E3FA82EB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F1EF90-E786-BE21-AC8B-009E861C3E1C}"/>
              </a:ext>
            </a:extLst>
          </p:cNvPr>
          <p:cNvSpPr txBox="1"/>
          <p:nvPr/>
        </p:nvSpPr>
        <p:spPr>
          <a:xfrm>
            <a:off x="7379464" y="751344"/>
            <a:ext cx="41569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แบบที่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แหล่งศิลปกรรมและโบราณสถาน</a:t>
            </a: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วาด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Point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ระบุความสูง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(m.)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Extrude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กดวิเคราะห์การมองเห็น </a:t>
            </a:r>
          </a:p>
          <a:p>
            <a:pPr marL="285750" indent="-285750">
              <a:buFontTx/>
              <a:buAutoNum type="arabicParenR"/>
            </a:pP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แสดงผลกร</a:t>
            </a:r>
            <a:r>
              <a:rPr lang="th-TH" sz="2800" b="1" dirty="0" err="1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ิด</a:t>
            </a: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แบบ </a:t>
            </a:r>
            <a:r>
              <a:rPr lang="th-TH" dirty="0">
                <a:solidFill>
                  <a:srgbClr val="FF0000"/>
                </a:solidFill>
              </a:rPr>
              <a:t>Hexagonal</a:t>
            </a: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D531C-91C6-6DB9-1B81-F648899FF45B}"/>
              </a:ext>
            </a:extLst>
          </p:cNvPr>
          <p:cNvSpPr txBox="1"/>
          <p:nvPr/>
        </p:nvSpPr>
        <p:spPr>
          <a:xfrm>
            <a:off x="219075" y="176540"/>
            <a:ext cx="5844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การวิเคราะห์การมองเห็น (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Viewshed 3D Visualization)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8FB70-7725-1371-BD15-293CF2F23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86"/>
          <a:stretch>
            <a:fillRect/>
          </a:stretch>
        </p:blipFill>
        <p:spPr>
          <a:xfrm>
            <a:off x="219075" y="857250"/>
            <a:ext cx="71173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0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907D1-A776-F79C-53E6-56BE6ADA917C}"/>
              </a:ext>
            </a:extLst>
          </p:cNvPr>
          <p:cNvSpPr txBox="1"/>
          <p:nvPr/>
        </p:nvSpPr>
        <p:spPr>
          <a:xfrm>
            <a:off x="219075" y="176540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การวิเคราะห์การมองเห็น (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Skyline)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4638D-44F2-1AA0-2DB9-DBF438462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9" y="4408349"/>
            <a:ext cx="5884731" cy="24496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00DE41-3273-4511-52D8-BB56B256AC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86"/>
          <a:stretch>
            <a:fillRect/>
          </a:stretch>
        </p:blipFill>
        <p:spPr>
          <a:xfrm>
            <a:off x="219075" y="857250"/>
            <a:ext cx="5781675" cy="38842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3BE39AA-04F3-29D6-301C-3A7ECEF38A39}"/>
              </a:ext>
            </a:extLst>
          </p:cNvPr>
          <p:cNvSpPr/>
          <p:nvPr/>
        </p:nvSpPr>
        <p:spPr>
          <a:xfrm>
            <a:off x="3886200" y="2291820"/>
            <a:ext cx="171450" cy="152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5010A1-B75A-52EE-EBA5-18CB8AC8B0EF}"/>
              </a:ext>
            </a:extLst>
          </p:cNvPr>
          <p:cNvSpPr txBox="1"/>
          <p:nvPr/>
        </p:nvSpPr>
        <p:spPr>
          <a:xfrm>
            <a:off x="6426964" y="751344"/>
            <a:ext cx="420660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แบบที่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แหล่งศิลปกรรมและโบราณสถาน</a:t>
            </a: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วาด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Polygon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บนแผนที่</a:t>
            </a: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คำนวณ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Centroid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</a:p>
          <a:p>
            <a:pPr marL="285750" indent="-285750">
              <a:buAutoNum type="arabicParenR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ระบุความสูง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(m.)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Extrude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buAutoNum type="arabicParenR"/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กดวิเคราะห์การมองเห็น </a:t>
            </a:r>
          </a:p>
          <a:p>
            <a:pPr marL="285750" indent="-285750">
              <a:buFontTx/>
              <a:buAutoNum type="arabicParenR"/>
            </a:pP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แสดงผลกร</a:t>
            </a:r>
            <a:r>
              <a:rPr lang="th-TH" sz="2800" b="1" dirty="0" err="1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ิด</a:t>
            </a: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แบบ </a:t>
            </a:r>
            <a:r>
              <a:rPr lang="th-TH" dirty="0" err="1">
                <a:solidFill>
                  <a:srgbClr val="FF0000"/>
                </a:solidFill>
              </a:rPr>
              <a:t>Hexagonal</a:t>
            </a: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marL="285750" indent="-285750">
              <a:buFontTx/>
              <a:buAutoNum type="arabicParenR"/>
            </a:pP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นำเมาท์ คลิกที่ กริก (ตำแหน่งคน) </a:t>
            </a:r>
          </a:p>
          <a:p>
            <a:pPr marL="285750" indent="-285750">
              <a:buFontTx/>
              <a:buAutoNum type="arabicParenR"/>
            </a:pPr>
            <a:r>
              <a:rPr lang="th-TH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แสดงกราฟ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Skyline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03314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FD11C1-1883-75DC-36F9-EB1A3382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86" r="2409" b="4147"/>
          <a:stretch>
            <a:fillRect/>
          </a:stretch>
        </p:blipFill>
        <p:spPr>
          <a:xfrm>
            <a:off x="0" y="112633"/>
            <a:ext cx="6918681" cy="4571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506568-8478-FB23-0D0A-798C9B1562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691"/>
          <a:stretch>
            <a:fillRect/>
          </a:stretch>
        </p:blipFill>
        <p:spPr>
          <a:xfrm>
            <a:off x="9870544" y="529787"/>
            <a:ext cx="1974107" cy="8992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7080F8-0C13-3892-3510-ACF0486F9C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8" r="6355" b="3317"/>
          <a:stretch>
            <a:fillRect/>
          </a:stretch>
        </p:blipFill>
        <p:spPr>
          <a:xfrm>
            <a:off x="6914833" y="1429048"/>
            <a:ext cx="5142548" cy="3255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825744-0F26-A2FC-3C01-90EDC88E9C61}"/>
              </a:ext>
            </a:extLst>
          </p:cNvPr>
          <p:cNvSpPr txBox="1"/>
          <p:nvPr/>
        </p:nvSpPr>
        <p:spPr>
          <a:xfrm>
            <a:off x="6968155" y="72866"/>
            <a:ext cx="2874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600" b="1" dirty="0">
                <a:latin typeface="Aptos ExtraBold" panose="020F0502020204030204" pitchFamily="34" charset="0"/>
              </a:rPr>
              <a:t>สัดส่วนการมองเห็น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A31A73-EC7F-6975-BD0E-135B3ACD6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" y="4684631"/>
            <a:ext cx="7018328" cy="197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42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07504-B61B-E0BF-9842-4A192310D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7" y="1306673"/>
            <a:ext cx="8401293" cy="539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84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156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ExtraBold</vt:lpstr>
      <vt:lpstr>Arial</vt:lpstr>
      <vt:lpstr>TH SarabunPSK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GIS Skyline &amp; Line-of-Sight — UI Concepts</dc:title>
  <dc:subject>PptxGenJS Presentation</dc:subject>
  <dc:creator>3D GIS UI Concepts</dc:creator>
  <cp:lastModifiedBy>สิทธินันท์ ทองใบ</cp:lastModifiedBy>
  <cp:revision>17</cp:revision>
  <dcterms:created xsi:type="dcterms:W3CDTF">2026-07-13T04:45:02Z</dcterms:created>
  <dcterms:modified xsi:type="dcterms:W3CDTF">2026-07-15T09:26:09Z</dcterms:modified>
</cp:coreProperties>
</file>